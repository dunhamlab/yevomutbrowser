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9321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26"/>
  </p:normalViewPr>
  <p:slideViewPr>
    <p:cSldViewPr snapToGrid="0">
      <p:cViewPr varScale="1">
        <p:scale>
          <a:sx n="113" d="100"/>
          <a:sy n="113" d="100"/>
        </p:scale>
        <p:origin x="2072" y="-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9135" y="1197187"/>
            <a:ext cx="7923530" cy="2546773"/>
          </a:xfrm>
        </p:spPr>
        <p:txBody>
          <a:bodyPr anchor="b"/>
          <a:lstStyle>
            <a:lvl1pPr algn="ctr">
              <a:defRPr sz="61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225" y="3842174"/>
            <a:ext cx="6991350" cy="1766146"/>
          </a:xfrm>
        </p:spPr>
        <p:txBody>
          <a:bodyPr/>
          <a:lstStyle>
            <a:lvl1pPr marL="0" indent="0" algn="ctr">
              <a:buNone/>
              <a:defRPr sz="2447"/>
            </a:lvl1pPr>
            <a:lvl2pPr marL="466070" indent="0" algn="ctr">
              <a:buNone/>
              <a:defRPr sz="2039"/>
            </a:lvl2pPr>
            <a:lvl3pPr marL="932139" indent="0" algn="ctr">
              <a:buNone/>
              <a:defRPr sz="1835"/>
            </a:lvl3pPr>
            <a:lvl4pPr marL="1398209" indent="0" algn="ctr">
              <a:buNone/>
              <a:defRPr sz="1631"/>
            </a:lvl4pPr>
            <a:lvl5pPr marL="1864279" indent="0" algn="ctr">
              <a:buNone/>
              <a:defRPr sz="1631"/>
            </a:lvl5pPr>
            <a:lvl6pPr marL="2330348" indent="0" algn="ctr">
              <a:buNone/>
              <a:defRPr sz="1631"/>
            </a:lvl6pPr>
            <a:lvl7pPr marL="2796418" indent="0" algn="ctr">
              <a:buNone/>
              <a:defRPr sz="1631"/>
            </a:lvl7pPr>
            <a:lvl8pPr marL="3262488" indent="0" algn="ctr">
              <a:buNone/>
              <a:defRPr sz="1631"/>
            </a:lvl8pPr>
            <a:lvl9pPr marL="3728557" indent="0" algn="ctr">
              <a:buNone/>
              <a:defRPr sz="16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7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019" y="1823722"/>
            <a:ext cx="8040053" cy="3042919"/>
          </a:xfrm>
        </p:spPr>
        <p:txBody>
          <a:bodyPr anchor="b"/>
          <a:lstStyle>
            <a:lvl1pPr>
              <a:defRPr sz="61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019" y="4895429"/>
            <a:ext cx="8040053" cy="1600199"/>
          </a:xfrm>
        </p:spPr>
        <p:txBody>
          <a:bodyPr/>
          <a:lstStyle>
            <a:lvl1pPr marL="0" indent="0">
              <a:buNone/>
              <a:defRPr sz="2447">
                <a:solidFill>
                  <a:schemeClr val="tx1"/>
                </a:solidFill>
              </a:defRPr>
            </a:lvl1pPr>
            <a:lvl2pPr marL="466070" indent="0">
              <a:buNone/>
              <a:defRPr sz="2039">
                <a:solidFill>
                  <a:schemeClr val="tx1">
                    <a:tint val="75000"/>
                  </a:schemeClr>
                </a:solidFill>
              </a:defRPr>
            </a:lvl2pPr>
            <a:lvl3pPr marL="932139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3pPr>
            <a:lvl4pPr marL="1398209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4pPr>
            <a:lvl5pPr marL="1864279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5pPr>
            <a:lvl6pPr marL="2330348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6pPr>
            <a:lvl7pPr marL="2796418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7pPr>
            <a:lvl8pPr marL="3262488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8pPr>
            <a:lvl9pPr marL="3728557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8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874" y="1947333"/>
            <a:ext cx="3961765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9161" y="1947333"/>
            <a:ext cx="3961765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7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88" y="389468"/>
            <a:ext cx="8040053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089" y="1793241"/>
            <a:ext cx="3943558" cy="878839"/>
          </a:xfrm>
        </p:spPr>
        <p:txBody>
          <a:bodyPr anchor="b"/>
          <a:lstStyle>
            <a:lvl1pPr marL="0" indent="0">
              <a:buNone/>
              <a:defRPr sz="2447" b="1"/>
            </a:lvl1pPr>
            <a:lvl2pPr marL="466070" indent="0">
              <a:buNone/>
              <a:defRPr sz="2039" b="1"/>
            </a:lvl2pPr>
            <a:lvl3pPr marL="932139" indent="0">
              <a:buNone/>
              <a:defRPr sz="1835" b="1"/>
            </a:lvl3pPr>
            <a:lvl4pPr marL="1398209" indent="0">
              <a:buNone/>
              <a:defRPr sz="1631" b="1"/>
            </a:lvl4pPr>
            <a:lvl5pPr marL="1864279" indent="0">
              <a:buNone/>
              <a:defRPr sz="1631" b="1"/>
            </a:lvl5pPr>
            <a:lvl6pPr marL="2330348" indent="0">
              <a:buNone/>
              <a:defRPr sz="1631" b="1"/>
            </a:lvl6pPr>
            <a:lvl7pPr marL="2796418" indent="0">
              <a:buNone/>
              <a:defRPr sz="1631" b="1"/>
            </a:lvl7pPr>
            <a:lvl8pPr marL="3262488" indent="0">
              <a:buNone/>
              <a:defRPr sz="1631" b="1"/>
            </a:lvl8pPr>
            <a:lvl9pPr marL="3728557" indent="0">
              <a:buNone/>
              <a:defRPr sz="16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089" y="2672080"/>
            <a:ext cx="394355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9162" y="1793241"/>
            <a:ext cx="3962979" cy="878839"/>
          </a:xfrm>
        </p:spPr>
        <p:txBody>
          <a:bodyPr anchor="b"/>
          <a:lstStyle>
            <a:lvl1pPr marL="0" indent="0">
              <a:buNone/>
              <a:defRPr sz="2447" b="1"/>
            </a:lvl1pPr>
            <a:lvl2pPr marL="466070" indent="0">
              <a:buNone/>
              <a:defRPr sz="2039" b="1"/>
            </a:lvl2pPr>
            <a:lvl3pPr marL="932139" indent="0">
              <a:buNone/>
              <a:defRPr sz="1835" b="1"/>
            </a:lvl3pPr>
            <a:lvl4pPr marL="1398209" indent="0">
              <a:buNone/>
              <a:defRPr sz="1631" b="1"/>
            </a:lvl4pPr>
            <a:lvl5pPr marL="1864279" indent="0">
              <a:buNone/>
              <a:defRPr sz="1631" b="1"/>
            </a:lvl5pPr>
            <a:lvl6pPr marL="2330348" indent="0">
              <a:buNone/>
              <a:defRPr sz="1631" b="1"/>
            </a:lvl6pPr>
            <a:lvl7pPr marL="2796418" indent="0">
              <a:buNone/>
              <a:defRPr sz="1631" b="1"/>
            </a:lvl7pPr>
            <a:lvl8pPr marL="3262488" indent="0">
              <a:buNone/>
              <a:defRPr sz="1631" b="1"/>
            </a:lvl8pPr>
            <a:lvl9pPr marL="3728557" indent="0">
              <a:buNone/>
              <a:defRPr sz="16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9162" y="2672080"/>
            <a:ext cx="396297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7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9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9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88" y="487680"/>
            <a:ext cx="3006523" cy="1706880"/>
          </a:xfrm>
        </p:spPr>
        <p:txBody>
          <a:bodyPr anchor="b"/>
          <a:lstStyle>
            <a:lvl1pPr>
              <a:defRPr sz="3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979" y="1053255"/>
            <a:ext cx="4719161" cy="5198533"/>
          </a:xfrm>
        </p:spPr>
        <p:txBody>
          <a:bodyPr/>
          <a:lstStyle>
            <a:lvl1pPr>
              <a:defRPr sz="3262"/>
            </a:lvl1pPr>
            <a:lvl2pPr>
              <a:defRPr sz="2854"/>
            </a:lvl2pPr>
            <a:lvl3pPr>
              <a:defRPr sz="2447"/>
            </a:lvl3pPr>
            <a:lvl4pPr>
              <a:defRPr sz="2039"/>
            </a:lvl4pPr>
            <a:lvl5pPr>
              <a:defRPr sz="2039"/>
            </a:lvl5pPr>
            <a:lvl6pPr>
              <a:defRPr sz="2039"/>
            </a:lvl6pPr>
            <a:lvl7pPr>
              <a:defRPr sz="2039"/>
            </a:lvl7pPr>
            <a:lvl8pPr>
              <a:defRPr sz="2039"/>
            </a:lvl8pPr>
            <a:lvl9pPr>
              <a:defRPr sz="20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88" y="2194560"/>
            <a:ext cx="3006523" cy="4065694"/>
          </a:xfrm>
        </p:spPr>
        <p:txBody>
          <a:bodyPr/>
          <a:lstStyle>
            <a:lvl1pPr marL="0" indent="0">
              <a:buNone/>
              <a:defRPr sz="1631"/>
            </a:lvl1pPr>
            <a:lvl2pPr marL="466070" indent="0">
              <a:buNone/>
              <a:defRPr sz="1427"/>
            </a:lvl2pPr>
            <a:lvl3pPr marL="932139" indent="0">
              <a:buNone/>
              <a:defRPr sz="1223"/>
            </a:lvl3pPr>
            <a:lvl4pPr marL="1398209" indent="0">
              <a:buNone/>
              <a:defRPr sz="1019"/>
            </a:lvl4pPr>
            <a:lvl5pPr marL="1864279" indent="0">
              <a:buNone/>
              <a:defRPr sz="1019"/>
            </a:lvl5pPr>
            <a:lvl6pPr marL="2330348" indent="0">
              <a:buNone/>
              <a:defRPr sz="1019"/>
            </a:lvl6pPr>
            <a:lvl7pPr marL="2796418" indent="0">
              <a:buNone/>
              <a:defRPr sz="1019"/>
            </a:lvl7pPr>
            <a:lvl8pPr marL="3262488" indent="0">
              <a:buNone/>
              <a:defRPr sz="1019"/>
            </a:lvl8pPr>
            <a:lvl9pPr marL="3728557" indent="0">
              <a:buNone/>
              <a:defRPr sz="10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88" y="487680"/>
            <a:ext cx="3006523" cy="1706880"/>
          </a:xfrm>
        </p:spPr>
        <p:txBody>
          <a:bodyPr anchor="b"/>
          <a:lstStyle>
            <a:lvl1pPr>
              <a:defRPr sz="3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62979" y="1053255"/>
            <a:ext cx="4719161" cy="5198533"/>
          </a:xfrm>
        </p:spPr>
        <p:txBody>
          <a:bodyPr anchor="t"/>
          <a:lstStyle>
            <a:lvl1pPr marL="0" indent="0">
              <a:buNone/>
              <a:defRPr sz="3262"/>
            </a:lvl1pPr>
            <a:lvl2pPr marL="466070" indent="0">
              <a:buNone/>
              <a:defRPr sz="2854"/>
            </a:lvl2pPr>
            <a:lvl3pPr marL="932139" indent="0">
              <a:buNone/>
              <a:defRPr sz="2447"/>
            </a:lvl3pPr>
            <a:lvl4pPr marL="1398209" indent="0">
              <a:buNone/>
              <a:defRPr sz="2039"/>
            </a:lvl4pPr>
            <a:lvl5pPr marL="1864279" indent="0">
              <a:buNone/>
              <a:defRPr sz="2039"/>
            </a:lvl5pPr>
            <a:lvl6pPr marL="2330348" indent="0">
              <a:buNone/>
              <a:defRPr sz="2039"/>
            </a:lvl6pPr>
            <a:lvl7pPr marL="2796418" indent="0">
              <a:buNone/>
              <a:defRPr sz="2039"/>
            </a:lvl7pPr>
            <a:lvl8pPr marL="3262488" indent="0">
              <a:buNone/>
              <a:defRPr sz="2039"/>
            </a:lvl8pPr>
            <a:lvl9pPr marL="3728557" indent="0">
              <a:buNone/>
              <a:defRPr sz="20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88" y="2194560"/>
            <a:ext cx="3006523" cy="4065694"/>
          </a:xfrm>
        </p:spPr>
        <p:txBody>
          <a:bodyPr/>
          <a:lstStyle>
            <a:lvl1pPr marL="0" indent="0">
              <a:buNone/>
              <a:defRPr sz="1631"/>
            </a:lvl1pPr>
            <a:lvl2pPr marL="466070" indent="0">
              <a:buNone/>
              <a:defRPr sz="1427"/>
            </a:lvl2pPr>
            <a:lvl3pPr marL="932139" indent="0">
              <a:buNone/>
              <a:defRPr sz="1223"/>
            </a:lvl3pPr>
            <a:lvl4pPr marL="1398209" indent="0">
              <a:buNone/>
              <a:defRPr sz="1019"/>
            </a:lvl4pPr>
            <a:lvl5pPr marL="1864279" indent="0">
              <a:buNone/>
              <a:defRPr sz="1019"/>
            </a:lvl5pPr>
            <a:lvl6pPr marL="2330348" indent="0">
              <a:buNone/>
              <a:defRPr sz="1019"/>
            </a:lvl6pPr>
            <a:lvl7pPr marL="2796418" indent="0">
              <a:buNone/>
              <a:defRPr sz="1019"/>
            </a:lvl7pPr>
            <a:lvl8pPr marL="3262488" indent="0">
              <a:buNone/>
              <a:defRPr sz="1019"/>
            </a:lvl8pPr>
            <a:lvl9pPr marL="3728557" indent="0">
              <a:buNone/>
              <a:defRPr sz="10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7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0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0914" y="389467"/>
            <a:ext cx="2010013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874" y="389467"/>
            <a:ext cx="5913517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5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874" y="389468"/>
            <a:ext cx="8040053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874" y="1947333"/>
            <a:ext cx="8040053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874" y="6780108"/>
            <a:ext cx="209740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D722-DF1E-D743-9707-4C36F8FB2F91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7846" y="6780108"/>
            <a:ext cx="3146108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83521" y="6780108"/>
            <a:ext cx="209740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1C43A-3ABE-AC4B-AF06-C91867D8C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0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32139" rtl="0" eaLnBrk="1" latinLnBrk="0" hangingPunct="1">
        <a:lnSpc>
          <a:spcPct val="90000"/>
        </a:lnSpc>
        <a:spcBef>
          <a:spcPct val="0"/>
        </a:spcBef>
        <a:buNone/>
        <a:defRPr sz="44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035" indent="-233035" algn="l" defTabSz="932139" rtl="0" eaLnBrk="1" latinLnBrk="0" hangingPunct="1">
        <a:lnSpc>
          <a:spcPct val="90000"/>
        </a:lnSpc>
        <a:spcBef>
          <a:spcPts val="1019"/>
        </a:spcBef>
        <a:buFont typeface="Arial" panose="020B0604020202020204" pitchFamily="34" charset="0"/>
        <a:buChar char="•"/>
        <a:defRPr sz="2854" kern="1200">
          <a:solidFill>
            <a:schemeClr val="tx1"/>
          </a:solidFill>
          <a:latin typeface="+mn-lt"/>
          <a:ea typeface="+mn-ea"/>
          <a:cs typeface="+mn-cs"/>
        </a:defRPr>
      </a:lvl1pPr>
      <a:lvl2pPr marL="699105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447" kern="1200">
          <a:solidFill>
            <a:schemeClr val="tx1"/>
          </a:solidFill>
          <a:latin typeface="+mn-lt"/>
          <a:ea typeface="+mn-ea"/>
          <a:cs typeface="+mn-cs"/>
        </a:defRPr>
      </a:lvl2pPr>
      <a:lvl3pPr marL="1165174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039" kern="1200">
          <a:solidFill>
            <a:schemeClr val="tx1"/>
          </a:solidFill>
          <a:latin typeface="+mn-lt"/>
          <a:ea typeface="+mn-ea"/>
          <a:cs typeface="+mn-cs"/>
        </a:defRPr>
      </a:lvl3pPr>
      <a:lvl4pPr marL="1631244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4pPr>
      <a:lvl5pPr marL="2097314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5pPr>
      <a:lvl6pPr marL="2563383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6pPr>
      <a:lvl7pPr marL="3029453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7pPr>
      <a:lvl8pPr marL="3495523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8pPr>
      <a:lvl9pPr marL="3961592" indent="-233035" algn="l" defTabSz="932139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1pPr>
      <a:lvl2pPr marL="466070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2pPr>
      <a:lvl3pPr marL="932139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3pPr>
      <a:lvl4pPr marL="1398209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4pPr>
      <a:lvl5pPr marL="1864279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5pPr>
      <a:lvl6pPr marL="2330348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6pPr>
      <a:lvl7pPr marL="2796418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7pPr>
      <a:lvl8pPr marL="3262488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8pPr>
      <a:lvl9pPr marL="3728557" algn="l" defTabSz="932139" rtl="0" eaLnBrk="1" latinLnBrk="0" hangingPunct="1">
        <a:defRPr sz="1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E72BE-F016-05B3-3351-44A1EF5D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0937" y="-77571"/>
            <a:ext cx="13560213" cy="8598612"/>
          </a:xfrm>
          <a:prstGeom prst="rect">
            <a:avLst/>
          </a:prstGeom>
        </p:spPr>
      </p:pic>
      <p:pic>
        <p:nvPicPr>
          <p:cNvPr id="3" name="Picture 2" descr="A yellow and black logo&#10;&#10;Description automatically generated">
            <a:extLst>
              <a:ext uri="{FF2B5EF4-FFF2-40B4-BE49-F238E27FC236}">
                <a16:creationId xmlns:a16="http://schemas.microsoft.com/office/drawing/2014/main" id="{7E2317AA-18D7-913D-3214-1E74422D0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61" y="315440"/>
            <a:ext cx="2068944" cy="1146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7A80F2-BE88-AC5A-D58C-D89AFF6E4599}"/>
              </a:ext>
            </a:extLst>
          </p:cNvPr>
          <p:cNvSpPr txBox="1"/>
          <p:nvPr/>
        </p:nvSpPr>
        <p:spPr>
          <a:xfrm>
            <a:off x="2015073" y="1596962"/>
            <a:ext cx="342273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u="sng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HOW TO USE: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22202-F1A4-2CC2-0ACF-A7C4E28D41B5}"/>
              </a:ext>
            </a:extLst>
          </p:cNvPr>
          <p:cNvSpPr txBox="1"/>
          <p:nvPr/>
        </p:nvSpPr>
        <p:spPr>
          <a:xfrm>
            <a:off x="2057241" y="2675691"/>
            <a:ext cx="6493888" cy="4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Browsing for a specific class or lab group?</a:t>
            </a:r>
          </a:p>
          <a:p>
            <a:pPr marL="304810" indent="-304810">
              <a:buFont typeface="Wingdings" pitchFamily="2" charset="2"/>
              <a:buChar char="Ø"/>
            </a:pPr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Checkout our class view!</a:t>
            </a:r>
          </a:p>
          <a:p>
            <a:endParaRPr lang="en-US" sz="1920" dirty="0">
              <a:solidFill>
                <a:schemeClr val="bg1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Browsing by condition and background?</a:t>
            </a:r>
          </a:p>
          <a:p>
            <a:pPr marL="304810" indent="-304810">
              <a:buFont typeface="Wingdings" pitchFamily="2" charset="2"/>
              <a:buChar char="Ø"/>
            </a:pPr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Checkout our cumulative view!</a:t>
            </a:r>
          </a:p>
          <a:p>
            <a:pPr marL="304810" indent="-304810">
              <a:buFont typeface="Wingdings" pitchFamily="2" charset="2"/>
              <a:buChar char="Ø"/>
            </a:pPr>
            <a:endParaRPr lang="en-US" sz="1920" dirty="0">
              <a:solidFill>
                <a:schemeClr val="bg1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r>
              <a:rPr lang="en-US" sz="1920" u="sng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How to upload files:</a:t>
            </a:r>
          </a:p>
          <a:p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Uploading files appends the data to the current existing table, so you can view uploaded data within class view, or look at how it fits into selection condition view.</a:t>
            </a:r>
          </a:p>
          <a:p>
            <a:endParaRPr lang="en-US" sz="1920" dirty="0">
              <a:solidFill>
                <a:schemeClr val="bg1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r>
              <a:rPr lang="en-US" sz="192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To successfully upload a file, upload as a CSV using the same format as the current table view. Be sure to include ALL column names.</a:t>
            </a:r>
          </a:p>
        </p:txBody>
      </p:sp>
    </p:spTree>
    <p:extLst>
      <p:ext uri="{BB962C8B-B14F-4D97-AF65-F5344CB8AC3E}">
        <p14:creationId xmlns:p14="http://schemas.microsoft.com/office/powerpoint/2010/main" val="2264976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278</TotalTime>
  <Words>94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Baloo Bhaijaan</vt:lpstr>
      <vt:lpstr>Calibri</vt:lpstr>
      <vt:lpstr>Calibri Light</vt:lpstr>
      <vt:lpstr>Wingdings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jschoch</dc:creator>
  <cp:lastModifiedBy>Eleftheria Anastasia</cp:lastModifiedBy>
  <cp:revision>3</cp:revision>
  <dcterms:created xsi:type="dcterms:W3CDTF">2023-09-22T17:53:20Z</dcterms:created>
  <dcterms:modified xsi:type="dcterms:W3CDTF">2025-07-17T22:08:37Z</dcterms:modified>
</cp:coreProperties>
</file>