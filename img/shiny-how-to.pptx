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2"/>
    <p:restoredTop sz="94694"/>
  </p:normalViewPr>
  <p:slideViewPr>
    <p:cSldViewPr snapToGrid="0">
      <p:cViewPr varScale="1">
        <p:scale>
          <a:sx n="121" d="100"/>
          <a:sy n="121" d="100"/>
        </p:scale>
        <p:origin x="200" y="-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A7727-A7AB-5F7C-A3AA-2833B7F847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49F43E-39DA-4E46-496F-2DAB0DD116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208920-6B41-3997-7948-EEB81E963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D6333-282B-EBD9-E81E-4ACBDF89A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38491C-5EFE-834A-51D1-896D03F1E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09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95F9C-7D1F-3E64-2491-2E0204C51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C06AC-97C3-6E07-968C-1E269A6DD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A93B2-AAC5-7292-21F9-1C0AC087A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43A34-E3B2-2C4E-9557-F98220230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BEB86-6FF9-36B4-FC3D-01BE9654F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531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84EBF-288B-9A38-6D89-5F24A20D5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C34E0-B171-ABA5-529E-3D0925871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D781AF-8294-BA7B-FE57-3C83A6112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ACAC1-BDE0-2440-36A1-6DAAC4E51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C6B8D-47EE-098B-CFF2-16A16FBE2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913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5843D-0B72-C036-D02A-E380804A2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77403-A2CA-DE56-7994-09B7130DB2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DF844A-6359-CF82-5919-FD8759274A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742FE-8F64-1443-11CA-65749171D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169E49-AF1E-7A35-F017-64A3E788A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7191FB-61F2-49A0-4B70-234C7F24C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437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20AD3-CF48-5900-16F9-9B330E5A7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7BB55E-6986-B956-4AD0-47FFED190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6D2BA6-522B-527B-B0C3-50F48FF591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710999-F0BE-7114-E1AB-561B9CE70D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941BE0-4BB5-8870-92DF-0C2464FCB1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B89C00-1F01-60EF-67CE-75D96C3C3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1A8283-9F79-FBAF-4F50-715AD5518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A26935-7728-CCC4-4107-C4FE58009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5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714A4-344E-AB06-ED46-457AEC065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00A85D-CF3C-AEDD-DFE5-F3DF2C80C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06DBD7-7F0C-5F25-076E-82EEA77D8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1EEB2-E78B-361D-622C-B9091B312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46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39E6AF-F161-CBFB-1D23-7A38A252E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DAF436-BB0D-E49D-9282-879D35187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95BF1-40C6-21CB-6448-B5EAA556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496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976CA-1C84-16F1-FF5B-1AA3E2AC7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432BF-A322-A092-700C-8E19A19396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F3B7B7-2232-D5EE-22B9-03C0E34161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EDC42-CCBB-A68C-B3C0-4C18FEE53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8A0CB-474C-73D9-D707-9876A9828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96CEBE-95C4-B16C-3170-7785DFE1E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952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FC85C-917C-9063-B117-7AD762CFC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C9C56B-333B-7E3A-DCB0-4DB98E21E5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7DF452-402E-92EF-A876-3CAEA530E0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4634C-A882-D426-AB83-CA7127350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6362E8-3268-6FAA-287B-FE56C9F6A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AEE74F-92B6-1C2C-EC6C-6F844821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147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411A7-CC67-F888-A472-D1A2FD2F0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A5D5C-F70F-A2B8-0B94-E1C62225DA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C4D3B8-F51D-9BCB-12D5-4887146AC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19C15-7DEC-E866-13CB-9D266C0B0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7C40B1-F707-7485-6727-8179AD85F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48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E27F84-C970-5CE6-A2BE-E985014648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3C6393-0286-B945-E135-4199D2920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2D7A7-9FB5-ABA0-DA08-5B70C2441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F904F-4870-6744-7B29-700D968EE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2E5F2B-56E0-823F-E01D-315B347C9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683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A42392-7CD3-2784-F8C0-A0826A53B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06E36A-674C-DE53-10D8-52E193F4F7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638FD4-FBD0-4B0F-285B-A16BFE0EA5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75D722-DF1E-D743-9707-4C36F8FB2F91}" type="datetimeFigureOut">
              <a:rPr lang="en-US" smtClean="0"/>
              <a:t>9/22/23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54F19-4C11-98A4-1218-2BC7CA9F7E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028882-A00E-0663-C97A-E366AAE35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E1C43A-3ABE-AC4B-AF06-C91867D8C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176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1E72BE-F016-05B3-3351-44A1EF5D2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1347" y="-72723"/>
            <a:ext cx="12712700" cy="8061199"/>
          </a:xfrm>
          <a:prstGeom prst="rect">
            <a:avLst/>
          </a:prstGeom>
        </p:spPr>
      </p:pic>
      <p:pic>
        <p:nvPicPr>
          <p:cNvPr id="3" name="Picture 2" descr="A yellow and black logo&#10;&#10;Description automatically generated">
            <a:extLst>
              <a:ext uri="{FF2B5EF4-FFF2-40B4-BE49-F238E27FC236}">
                <a16:creationId xmlns:a16="http://schemas.microsoft.com/office/drawing/2014/main" id="{7E2317AA-18D7-913D-3214-1E74422D0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807" y="295724"/>
            <a:ext cx="1939635" cy="10749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A80F2-BE88-AC5A-D58C-D89AFF6E4599}"/>
              </a:ext>
            </a:extLst>
          </p:cNvPr>
          <p:cNvSpPr txBox="1"/>
          <p:nvPr/>
        </p:nvSpPr>
        <p:spPr>
          <a:xfrm>
            <a:off x="3615537" y="1497152"/>
            <a:ext cx="32191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u="sng" dirty="0">
                <a:solidFill>
                  <a:schemeClr val="bg1"/>
                </a:solidFill>
                <a:latin typeface="Baloo Bhaijaan" panose="03080902040302020200" pitchFamily="66" charset="-78"/>
                <a:cs typeface="Baloo Bhaijaan" panose="03080902040302020200" pitchFamily="66" charset="-78"/>
              </a:rPr>
              <a:t>HOW TO USE: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222202-F1A4-2CC2-0ACF-A7C4E28D41B5}"/>
              </a:ext>
            </a:extLst>
          </p:cNvPr>
          <p:cNvSpPr txBox="1"/>
          <p:nvPr/>
        </p:nvSpPr>
        <p:spPr>
          <a:xfrm>
            <a:off x="3655070" y="2508460"/>
            <a:ext cx="608802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Baloo Bhaijaan" panose="03080902040302020200" pitchFamily="66" charset="-78"/>
                <a:cs typeface="Baloo Bhaijaan" panose="03080902040302020200" pitchFamily="66" charset="-78"/>
              </a:rPr>
              <a:t>Browsing for a specific class or lab group?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aloo Bhaijaan" panose="03080902040302020200" pitchFamily="66" charset="-78"/>
                <a:cs typeface="Baloo Bhaijaan" panose="03080902040302020200" pitchFamily="66" charset="-78"/>
              </a:rPr>
              <a:t>Checkout our class view!</a:t>
            </a:r>
          </a:p>
          <a:p>
            <a:endParaRPr lang="en-US" dirty="0">
              <a:solidFill>
                <a:schemeClr val="bg1"/>
              </a:solidFill>
              <a:latin typeface="Baloo Bhaijaan" panose="03080902040302020200" pitchFamily="66" charset="-78"/>
              <a:cs typeface="Baloo Bhaijaan" panose="03080902040302020200" pitchFamily="66" charset="-78"/>
            </a:endParaRPr>
          </a:p>
          <a:p>
            <a:r>
              <a:rPr lang="en-US" dirty="0">
                <a:solidFill>
                  <a:schemeClr val="bg1"/>
                </a:solidFill>
                <a:latin typeface="Baloo Bhaijaan" panose="03080902040302020200" pitchFamily="66" charset="-78"/>
                <a:cs typeface="Baloo Bhaijaan" panose="03080902040302020200" pitchFamily="66" charset="-78"/>
              </a:rPr>
              <a:t>Browsing by condition and background?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aloo Bhaijaan" panose="03080902040302020200" pitchFamily="66" charset="-78"/>
                <a:cs typeface="Baloo Bhaijaan" panose="03080902040302020200" pitchFamily="66" charset="-78"/>
              </a:rPr>
              <a:t>Checkout our cumulative view!</a:t>
            </a:r>
            <a:endParaRPr lang="en-US" sz="1800" dirty="0">
              <a:solidFill>
                <a:schemeClr val="bg1"/>
              </a:solidFill>
              <a:latin typeface="Baloo Bhaijaan" panose="03080902040302020200" pitchFamily="66" charset="-78"/>
              <a:cs typeface="Baloo Bhaijaan" panose="03080902040302020200" pitchFamily="66" charset="-78"/>
            </a:endParaRPr>
          </a:p>
          <a:p>
            <a:pPr marL="285750" indent="-285750">
              <a:buFont typeface="Wingdings" pitchFamily="2" charset="2"/>
              <a:buChar char="Ø"/>
            </a:pPr>
            <a:endParaRPr lang="en-US" dirty="0">
              <a:solidFill>
                <a:schemeClr val="bg1"/>
              </a:solidFill>
              <a:latin typeface="Baloo Bhaijaan" panose="03080902040302020200" pitchFamily="66" charset="-78"/>
              <a:cs typeface="Baloo Bhaijaan" panose="03080902040302020200" pitchFamily="66" charset="-78"/>
            </a:endParaRPr>
          </a:p>
          <a:p>
            <a:r>
              <a:rPr lang="en-US" sz="1800" u="sng" dirty="0">
                <a:solidFill>
                  <a:schemeClr val="bg1"/>
                </a:solidFill>
                <a:latin typeface="Baloo Bhaijaan" panose="03080902040302020200" pitchFamily="66" charset="-78"/>
                <a:cs typeface="Baloo Bhaijaan" panose="03080902040302020200" pitchFamily="66" charset="-78"/>
              </a:rPr>
              <a:t>How to upload </a:t>
            </a:r>
            <a:r>
              <a:rPr lang="en-US" u="sng" dirty="0">
                <a:solidFill>
                  <a:schemeClr val="bg1"/>
                </a:solidFill>
                <a:latin typeface="Baloo Bhaijaan" panose="03080902040302020200" pitchFamily="66" charset="-78"/>
                <a:cs typeface="Baloo Bhaijaan" panose="03080902040302020200" pitchFamily="66" charset="-78"/>
              </a:rPr>
              <a:t>files:</a:t>
            </a:r>
          </a:p>
          <a:p>
            <a:r>
              <a:rPr lang="en-US" sz="1800" dirty="0">
                <a:solidFill>
                  <a:schemeClr val="bg1"/>
                </a:solidFill>
                <a:latin typeface="Baloo Bhaijaan" panose="03080902040302020200" pitchFamily="66" charset="-78"/>
                <a:cs typeface="Baloo Bhaijaan" panose="03080902040302020200" pitchFamily="66" charset="-78"/>
              </a:rPr>
              <a:t>Uploading files appends the data to the current existing table, so you can view uploaded data within class view, or look at how it fits into cumulative view.</a:t>
            </a:r>
          </a:p>
          <a:p>
            <a:endParaRPr lang="en-US" dirty="0">
              <a:solidFill>
                <a:schemeClr val="bg1"/>
              </a:solidFill>
              <a:latin typeface="Baloo Bhaijaan" panose="03080902040302020200" pitchFamily="66" charset="-78"/>
              <a:cs typeface="Baloo Bhaijaan" panose="03080902040302020200" pitchFamily="66" charset="-78"/>
            </a:endParaRPr>
          </a:p>
          <a:p>
            <a:r>
              <a:rPr lang="en-US" sz="1800" dirty="0">
                <a:solidFill>
                  <a:schemeClr val="bg1"/>
                </a:solidFill>
                <a:latin typeface="Baloo Bhaijaan" panose="03080902040302020200" pitchFamily="66" charset="-78"/>
                <a:cs typeface="Baloo Bhaijaan" panose="03080902040302020200" pitchFamily="66" charset="-78"/>
              </a:rPr>
              <a:t>To successfully upload a file, upload as a CSV using the same format as the current table view. Be sure to include ALL column names.</a:t>
            </a:r>
          </a:p>
        </p:txBody>
      </p:sp>
    </p:spTree>
    <p:extLst>
      <p:ext uri="{BB962C8B-B14F-4D97-AF65-F5344CB8AC3E}">
        <p14:creationId xmlns:p14="http://schemas.microsoft.com/office/powerpoint/2010/main" val="22649769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93</Words>
  <Application>Microsoft Macintosh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Baloo Bhaijaan</vt:lpstr>
      <vt:lpstr>Calibri</vt:lpstr>
      <vt:lpstr>Calibri Light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jschoch</dc:creator>
  <cp:lastModifiedBy>jschoch</cp:lastModifiedBy>
  <cp:revision>1</cp:revision>
  <dcterms:created xsi:type="dcterms:W3CDTF">2023-09-22T17:53:20Z</dcterms:created>
  <dcterms:modified xsi:type="dcterms:W3CDTF">2023-09-22T22:28:33Z</dcterms:modified>
</cp:coreProperties>
</file>